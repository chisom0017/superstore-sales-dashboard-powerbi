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92C6B-99C3-417F-AC96-3352D0EA0FB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31B8D-626B-4C83-8FA5-73CF05E0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3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50DFC-95D7-4770-41F4-7C05221F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8B770-4D32-115D-8CB1-FC4205337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5E85B-024F-B908-501D-89A86790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BBB7-6F11-4868-B5DA-1B5DE2F46143}" type="datetime6">
              <a:rPr lang="en-US" smtClean="0"/>
              <a:t>July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F8801-37B5-59EE-4266-1C76835B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6E956-155C-D613-88F2-DEA219D0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4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CC6C-88CB-F0AF-4187-C51EBB9B8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B757-4250-7AC4-90A7-3157A481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258A7-FB43-26B8-E334-C5DF2FDD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10E3-2B4D-4DC5-A50F-F1ED93E808CE}" type="datetime6">
              <a:rPr lang="en-US" smtClean="0"/>
              <a:t>July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FBB5E-60FE-5A97-CEC4-7B021569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BDB1B-6D7B-1E06-37A2-3EC4766B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3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42D2-76DD-537D-0CC4-E8EA4560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A8DE0-183E-C959-3CFB-F2FA3C38F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67A97-31AE-32BB-0D93-3B4274C3B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D49A-DB82-499B-B17B-089BC3F3BE21}" type="datetime6">
              <a:rPr lang="en-US" smtClean="0"/>
              <a:t>July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EE1BD-1709-0F95-CAEA-5EF516C4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76722-CA59-90FE-7386-FABF5ECA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4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35CF-D542-AF76-F9D7-436241255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C8496-3C13-2562-E030-B3555C3AF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77DEB-D7B3-26DB-B851-1650975D7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BFD1E-87B2-246C-2190-3F7FE8C4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056FA-8075-4851-92E8-1FAF8AD5F5AB}" type="datetime6">
              <a:rPr lang="en-US" smtClean="0"/>
              <a:t>July 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E38AC-23DF-BE87-925A-ED8B89EA2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BABF2-8B9E-A1D5-6E3D-17C84FFD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98EA-193E-1C7B-C151-1FA16732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0DBC6-651F-184B-84CF-3C0D21777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72CAF-5C7F-369F-C2F3-4F429FA1E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A919D-81F8-EDBB-3D2C-651CB2632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ACD80-5265-11D2-0410-43F64DEB7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15EAA-98ED-1734-31E2-A992353D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6D19-4DD2-4067-A2C9-A59356CE1005}" type="datetime6">
              <a:rPr lang="en-US" smtClean="0"/>
              <a:t>July 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64A3F2-8AEC-F05B-B7AA-6BD4F4FC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21002C-78BF-F689-405F-269C674D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85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01D54-3FFF-1374-9F35-B6044478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38958-F404-8E54-745C-B71E6294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600E-82C0-4EE9-8860-FC50E3ED31E6}" type="datetime6">
              <a:rPr lang="en-US" smtClean="0"/>
              <a:t>July 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386B8-A2FC-EA02-FD20-DC8AEA7F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62A7B-3982-22EB-E57D-DB7F40A8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8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1F2BF4-91CC-A70F-DFA1-E21428C5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D023-7EF4-46AA-9AF4-BA7F92039C50}" type="datetime6">
              <a:rPr lang="en-US" smtClean="0"/>
              <a:t>July 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2A000-8530-8FAA-6D5B-1586BEA5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366EB-6E24-EBC3-6673-74A9746DD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F54CD-03D3-DD0A-6297-93B333D0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CBD41-FAE6-160E-7D97-9707E4147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BF0AA-3DB2-F041-49A0-6C2CC2584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82AC0-7AA2-7A73-0585-8B8B55DAB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33ED-60BD-4C78-ABD6-BEDAB3F7EF10}" type="datetime6">
              <a:rPr lang="en-US" smtClean="0"/>
              <a:t>July 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BD10B-7D65-8789-2CDF-74BBA4DC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0B8A7-74B1-3669-E6B4-7A840980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7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3AE6-2313-F303-1819-C0A61AA8F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50570-3C6D-4131-C202-A9724A4D5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8E8D3-89C3-E716-2E57-8B90E1874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8EA04-B0A4-F075-EB8C-1FF09640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C758-934C-41A4-B433-2DCB1E383B2B}" type="datetime6">
              <a:rPr lang="en-US" smtClean="0"/>
              <a:t>July 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63B36-0603-C3B2-946C-C0102AF1E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58DAB-BDED-1FFE-80BA-344847A9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3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DCF0-901D-B341-9C72-DF31E89F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971D4-BE19-085C-8427-8C8111C77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E917B-C8AB-A071-42EB-6E7DE76ED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99-5632-4082-8366-85574E15EC1D}" type="datetime6">
              <a:rPr lang="en-US" smtClean="0"/>
              <a:t>July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E70-7F32-B4F3-69EA-118F4EE8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CE85E-4E23-7CA7-66AE-4652192D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8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476D0-6BE1-D203-B023-6126B6D8C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EFD75-D905-CBC2-0E3A-9929FBF06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1B965-5D6F-6741-D443-9DD9737C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1A329-B584-4CF4-B5E8-125A4ED905B4}" type="datetime6">
              <a:rPr lang="en-US" smtClean="0"/>
              <a:t>July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9B218-B408-CE1D-4DB9-DA9A1E2EE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AnalystLab Africa Internship - week4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3557E-F3E2-1307-34E6-88F49E68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9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F1CD65-4BDD-F1CC-A6BC-4B90FFF6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B4019-8D5E-5B16-10B7-0E5207610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85C9F-8A46-4A98-D697-142F77A2C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7DB6A-7012-49A5-AE4B-D622D8C2361E}" type="datetime6">
              <a:rPr lang="en-US" smtClean="0"/>
              <a:t>July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D22D2-E8AA-AE6C-DDA7-73484788D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AnalystLab Africa Internship - week4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5DD10-0EC5-D12C-149C-E6FF823BD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DE911-5E47-4BED-B927-695AC24C2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3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2000">
              <a:schemeClr val="accent1">
                <a:lumMod val="5000"/>
                <a:lumOff val="95000"/>
              </a:schemeClr>
            </a:gs>
            <a:gs pos="13000">
              <a:schemeClr val="accent1">
                <a:lumMod val="45000"/>
                <a:lumOff val="55000"/>
              </a:schemeClr>
            </a:gs>
            <a:gs pos="45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43D5ED-F2A7-0A12-3EC9-5345A761D304}"/>
              </a:ext>
            </a:extLst>
          </p:cNvPr>
          <p:cNvSpPr/>
          <p:nvPr/>
        </p:nvSpPr>
        <p:spPr>
          <a:xfrm>
            <a:off x="2760687" y="1973405"/>
            <a:ext cx="6098499" cy="2911189"/>
          </a:xfrm>
          <a:prstGeom prst="roundRect">
            <a:avLst>
              <a:gd name="adj" fmla="val 12033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3F9E4-6951-DE62-F062-65514A00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9292"/>
            <a:ext cx="9144000" cy="69181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Superstore Sales Performance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6505B-5011-9607-1248-82DDD5283115}"/>
              </a:ext>
            </a:extLst>
          </p:cNvPr>
          <p:cNvSpPr txBox="1"/>
          <p:nvPr/>
        </p:nvSpPr>
        <p:spPr>
          <a:xfrm>
            <a:off x="2998033" y="2338466"/>
            <a:ext cx="46019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Microsoft Power BI Dashboard </a:t>
            </a:r>
          </a:p>
          <a:p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Prepared by Chisom Nwangele</a:t>
            </a:r>
          </a:p>
          <a:p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AnalystLab Africa Internship Week 4</a:t>
            </a:r>
          </a:p>
        </p:txBody>
      </p:sp>
    </p:spTree>
    <p:extLst>
      <p:ext uri="{BB962C8B-B14F-4D97-AF65-F5344CB8AC3E}">
        <p14:creationId xmlns:p14="http://schemas.microsoft.com/office/powerpoint/2010/main" val="386970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DF75-1E4F-3BCC-2EB4-75A37676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493"/>
            <a:ext cx="10515600" cy="101077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Overview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689C7FC2-2194-B508-6C5A-6C56A7ADD53B}"/>
              </a:ext>
            </a:extLst>
          </p:cNvPr>
          <p:cNvSpPr/>
          <p:nvPr/>
        </p:nvSpPr>
        <p:spPr>
          <a:xfrm>
            <a:off x="1368477" y="1124263"/>
            <a:ext cx="9455046" cy="4747572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04EE4-3DE7-4410-E1E0-62EF9C99586B}"/>
              </a:ext>
            </a:extLst>
          </p:cNvPr>
          <p:cNvSpPr txBox="1"/>
          <p:nvPr/>
        </p:nvSpPr>
        <p:spPr>
          <a:xfrm>
            <a:off x="2248524" y="1588957"/>
            <a:ext cx="794478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: Superstore Sales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 : Microsoft Power BI</a:t>
            </a:r>
          </a:p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Description: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transactions from a retail superstore.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Includes sales, profit, quantity, customers, products and regions.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Used to analyze sales performance and business trends.</a:t>
            </a:r>
          </a:p>
          <a:p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62003-E1ED-93F2-3940-E409D28F2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51229" y="6085524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  <a:cs typeface="Segoe UI" panose="020B0502040204020203" pitchFamily="34" charset="0"/>
              </a:rPr>
              <a:t>AnalystLab Africa Internship - week4</a:t>
            </a:r>
          </a:p>
        </p:txBody>
      </p:sp>
    </p:spTree>
    <p:extLst>
      <p:ext uri="{BB962C8B-B14F-4D97-AF65-F5344CB8AC3E}">
        <p14:creationId xmlns:p14="http://schemas.microsoft.com/office/powerpoint/2010/main" val="301758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C23E19-8864-FBE1-EE3F-02C4856223D1}"/>
              </a:ext>
            </a:extLst>
          </p:cNvPr>
          <p:cNvSpPr/>
          <p:nvPr/>
        </p:nvSpPr>
        <p:spPr>
          <a:xfrm>
            <a:off x="613972" y="1573967"/>
            <a:ext cx="10964056" cy="4179056"/>
          </a:xfrm>
          <a:prstGeom prst="roundRect">
            <a:avLst>
              <a:gd name="adj" fmla="val 1002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222AA-EE51-35B0-9A1B-64F4B1E7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64384" cy="92402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Business Problem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0D448-C7B0-78DE-5E58-56FF77D061A6}"/>
              </a:ext>
            </a:extLst>
          </p:cNvPr>
          <p:cNvSpPr/>
          <p:nvPr/>
        </p:nvSpPr>
        <p:spPr>
          <a:xfrm rot="10800000" flipV="1">
            <a:off x="1134881" y="1467115"/>
            <a:ext cx="9792949" cy="47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6DB70-DA12-6CB5-F076-D27730353904}"/>
              </a:ext>
            </a:extLst>
          </p:cNvPr>
          <p:cNvSpPr txBox="1"/>
          <p:nvPr/>
        </p:nvSpPr>
        <p:spPr>
          <a:xfrm>
            <a:off x="1254802" y="1751928"/>
            <a:ext cx="929140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Many businesses generate large amounts of sales but struggle to turn it into useful insights for better decision-making.</a:t>
            </a:r>
          </a:p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Objectives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Analyze overall sales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Identify the most profitable regions and product categories.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Monitor monthly sales trend.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Build an interactive Power BI dashboard to support business decisions.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C06C8-F660-1B7F-DCAF-BC0FEF180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97" y="103968"/>
            <a:ext cx="1347084" cy="127416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D24DE-BAC2-3832-5162-7FB9B76F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6259" y="6037836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AnalystLab Africa Internship - week4</a:t>
            </a:r>
          </a:p>
        </p:txBody>
      </p:sp>
    </p:spTree>
    <p:extLst>
      <p:ext uri="{BB962C8B-B14F-4D97-AF65-F5344CB8AC3E}">
        <p14:creationId xmlns:p14="http://schemas.microsoft.com/office/powerpoint/2010/main" val="19477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7557-F702-2212-64E5-34E22260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59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Key Performance Indicators (KPIs)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6B66E7-8A01-5E7A-7677-BC56E85EE066}"/>
              </a:ext>
            </a:extLst>
          </p:cNvPr>
          <p:cNvSpPr/>
          <p:nvPr/>
        </p:nvSpPr>
        <p:spPr>
          <a:xfrm>
            <a:off x="1034321" y="1690688"/>
            <a:ext cx="10058400" cy="5167312"/>
          </a:xfrm>
          <a:prstGeom prst="roundRect">
            <a:avLst>
              <a:gd name="adj" fmla="val 98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2D71-354E-53A0-B580-A452BF14B9FF}"/>
              </a:ext>
            </a:extLst>
          </p:cNvPr>
          <p:cNvSpPr txBox="1"/>
          <p:nvPr/>
        </p:nvSpPr>
        <p:spPr>
          <a:xfrm>
            <a:off x="2053653" y="2079885"/>
            <a:ext cx="75400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dashboard focuses on the following key business Metrics: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   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Total Sales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2.30M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Total Profit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286.40k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Total Quantity Sold: 38k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Total Orders: 5,009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These KPIs provide a quick overview of overall business performance.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89D05-32D3-B25B-388D-A1AD8BB54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70" y="3075894"/>
            <a:ext cx="463049" cy="547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372C9A-4D37-20F5-9FFE-A3572BCB4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354" y="3623454"/>
            <a:ext cx="581881" cy="550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9D3AA1-763C-3CD2-9F44-39E202A6FB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911" y="4157377"/>
            <a:ext cx="744766" cy="6339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19DB71-CC72-8FF4-7568-D96CCB569C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70" y="4861945"/>
            <a:ext cx="669815" cy="7801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A4E480-D21E-4D9E-2A50-F5FB9ABC4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97253" y="6492875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AnalystLab Africa Internship - week4</a:t>
            </a:r>
          </a:p>
        </p:txBody>
      </p:sp>
    </p:spTree>
    <p:extLst>
      <p:ext uri="{BB962C8B-B14F-4D97-AF65-F5344CB8AC3E}">
        <p14:creationId xmlns:p14="http://schemas.microsoft.com/office/powerpoint/2010/main" val="290151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2787-52AF-7B45-DFCA-ABA48B1F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872"/>
            <a:ext cx="10515600" cy="89404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Dashboard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ACD71-CC2E-3090-397F-6F5995ED3EAE}"/>
              </a:ext>
            </a:extLst>
          </p:cNvPr>
          <p:cNvSpPr txBox="1"/>
          <p:nvPr/>
        </p:nvSpPr>
        <p:spPr>
          <a:xfrm>
            <a:off x="1678899" y="914401"/>
            <a:ext cx="77499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dashboard combines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KPIs cards, charts, and slicers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to present sales performance in a clear and interactive way.</a:t>
            </a:r>
          </a:p>
          <a:p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Users can filter the dashboard by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Region, Category, Segment, and Order Date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to explore specific business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0235A-BBCF-293D-6271-F9DDEE5AD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74" y="2083952"/>
            <a:ext cx="11182662" cy="4676612"/>
          </a:xfrm>
          <a:prstGeom prst="rect">
            <a:avLst/>
          </a:prstGeom>
          <a:ln>
            <a:solidFill>
              <a:srgbClr val="00B0F0">
                <a:alpha val="75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B15B9-B424-D739-37F1-EFB0805A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789826" y="4618037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AnalystLab Africa Internship - week4</a:t>
            </a:r>
          </a:p>
        </p:txBody>
      </p:sp>
    </p:spTree>
    <p:extLst>
      <p:ext uri="{BB962C8B-B14F-4D97-AF65-F5344CB8AC3E}">
        <p14:creationId xmlns:p14="http://schemas.microsoft.com/office/powerpoint/2010/main" val="3932343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31000">
              <a:schemeClr val="accent1">
                <a:lumMod val="45000"/>
                <a:lumOff val="55000"/>
              </a:schemeClr>
            </a:gs>
            <a:gs pos="7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931E-0BAE-AD04-AE94-D06BDDC6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Insights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36DB4B-4C3C-5801-FF51-0DEA30B39F59}"/>
              </a:ext>
            </a:extLst>
          </p:cNvPr>
          <p:cNvSpPr/>
          <p:nvPr/>
        </p:nvSpPr>
        <p:spPr>
          <a:xfrm>
            <a:off x="1169231" y="1690686"/>
            <a:ext cx="9848538" cy="4365339"/>
          </a:xfrm>
          <a:prstGeom prst="roundRect">
            <a:avLst>
              <a:gd name="adj" fmla="val 11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BFAE3-4A75-13F9-A15C-48C00B83BC89}"/>
              </a:ext>
            </a:extLst>
          </p:cNvPr>
          <p:cNvSpPr txBox="1"/>
          <p:nvPr/>
        </p:nvSpPr>
        <p:spPr>
          <a:xfrm>
            <a:off x="1491520" y="1980530"/>
            <a:ext cx="92039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Technology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category recorded the highest sales among all product categories.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West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region generated the highest overall profit.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Consumer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segment contributed the largest share of total sales.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Monthly sales increased toward the end of the year, showing stronger business performance.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45716-BA1E-1F57-44E6-07282485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11190" y="6310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AnalystLab Africa Internship - week4</a:t>
            </a:r>
          </a:p>
        </p:txBody>
      </p:sp>
    </p:spTree>
    <p:extLst>
      <p:ext uri="{BB962C8B-B14F-4D97-AF65-F5344CB8AC3E}">
        <p14:creationId xmlns:p14="http://schemas.microsoft.com/office/powerpoint/2010/main" val="353955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4000">
              <a:schemeClr val="accent1">
                <a:lumMod val="45000"/>
                <a:lumOff val="55000"/>
              </a:schemeClr>
            </a:gs>
            <a:gs pos="31000">
              <a:schemeClr val="accent1">
                <a:lumMod val="45000"/>
                <a:lumOff val="55000"/>
              </a:schemeClr>
            </a:gs>
            <a:gs pos="7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4B34-DC7F-39A1-6346-7C1A6B15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7F8BFB-F62F-2588-E9FC-5586E8C999B1}"/>
              </a:ext>
            </a:extLst>
          </p:cNvPr>
          <p:cNvSpPr/>
          <p:nvPr/>
        </p:nvSpPr>
        <p:spPr>
          <a:xfrm>
            <a:off x="1499016" y="1690687"/>
            <a:ext cx="9398833" cy="4485261"/>
          </a:xfrm>
          <a:prstGeom prst="roundRect">
            <a:avLst>
              <a:gd name="adj" fmla="val 985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C604D-3873-F7E8-19B6-C1B66B5BB4AF}"/>
              </a:ext>
            </a:extLst>
          </p:cNvPr>
          <p:cNvSpPr txBox="1"/>
          <p:nvPr/>
        </p:nvSpPr>
        <p:spPr>
          <a:xfrm>
            <a:off x="1581462" y="2014289"/>
            <a:ext cx="92339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Increase investment in high-performing product categories,  especially </a:t>
            </a: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 strategies to improve sales in lower-performing regions</a:t>
            </a:r>
          </a:p>
          <a:p>
            <a:endParaRPr lang="en-US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Continue monitoring monthly sales trends to support better planning and forecasting.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the dashboard regularly to support</a:t>
            </a: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data-driven decision-making.</a:t>
            </a:r>
            <a:endParaRPr lang="en-US" sz="24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9642D-DC8D-76FE-4FAF-FC578A8BC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6180" y="6316986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AnalystLab Africa Internship - week4</a:t>
            </a:r>
          </a:p>
        </p:txBody>
      </p:sp>
    </p:spTree>
    <p:extLst>
      <p:ext uri="{BB962C8B-B14F-4D97-AF65-F5344CB8AC3E}">
        <p14:creationId xmlns:p14="http://schemas.microsoft.com/office/powerpoint/2010/main" val="3452136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8000">
              <a:schemeClr val="accent1">
                <a:lumMod val="5000"/>
                <a:lumOff val="95000"/>
              </a:schemeClr>
            </a:gs>
            <a:gs pos="30000">
              <a:schemeClr val="accent1">
                <a:lumMod val="45000"/>
                <a:lumOff val="55000"/>
              </a:schemeClr>
            </a:gs>
            <a:gs pos="23000">
              <a:schemeClr val="accent1">
                <a:lumMod val="45000"/>
                <a:lumOff val="55000"/>
              </a:schemeClr>
            </a:gs>
            <a:gs pos="81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8358-83BB-8874-A72A-B7CA87013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Challenges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23B755-09F2-4F5E-BB36-E7762DE8E783}"/>
              </a:ext>
            </a:extLst>
          </p:cNvPr>
          <p:cNvSpPr/>
          <p:nvPr/>
        </p:nvSpPr>
        <p:spPr>
          <a:xfrm>
            <a:off x="2362199" y="1978702"/>
            <a:ext cx="7591268" cy="3942414"/>
          </a:xfrm>
          <a:prstGeom prst="roundRect">
            <a:avLst>
              <a:gd name="adj" fmla="val 1362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5EE07-3B22-37A2-45E5-010BE1098CE5}"/>
              </a:ext>
            </a:extLst>
          </p:cNvPr>
          <p:cNvSpPr txBox="1"/>
          <p:nvPr/>
        </p:nvSpPr>
        <p:spPr>
          <a:xfrm>
            <a:off x="2813153" y="2426415"/>
            <a:ext cx="65656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Learning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Power BI dashboard design and formatting.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Creating a clean and visually appealing dashboard layout.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Selecting the most relevant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KPIs and visualizations.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EED1A-A24F-BBB8-B8CA-0754429B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56358" y="6209130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AnalystLab Africa Internship - week4</a:t>
            </a:r>
          </a:p>
        </p:txBody>
      </p:sp>
    </p:spTree>
    <p:extLst>
      <p:ext uri="{BB962C8B-B14F-4D97-AF65-F5344CB8AC3E}">
        <p14:creationId xmlns:p14="http://schemas.microsoft.com/office/powerpoint/2010/main" val="2738104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5000"/>
                <a:lumOff val="55000"/>
              </a:schemeClr>
            </a:gs>
            <a:gs pos="58000">
              <a:schemeClr val="accent1">
                <a:lumMod val="45000"/>
                <a:lumOff val="55000"/>
              </a:schemeClr>
            </a:gs>
            <a:gs pos="3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1E97-C9F7-6601-191B-A658F015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308571"/>
            <a:ext cx="10515600" cy="1013950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Conclusion 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3506E1D0-C403-BAC8-2D66-78F55170B848}"/>
              </a:ext>
            </a:extLst>
          </p:cNvPr>
          <p:cNvSpPr/>
          <p:nvPr/>
        </p:nvSpPr>
        <p:spPr>
          <a:xfrm>
            <a:off x="2640766" y="1382752"/>
            <a:ext cx="6640644" cy="1562177"/>
          </a:xfrm>
          <a:prstGeom prst="round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1DDC3-66FF-CAF2-CFA0-F7ACBC754929}"/>
              </a:ext>
            </a:extLst>
          </p:cNvPr>
          <p:cNvSpPr txBox="1"/>
          <p:nvPr/>
        </p:nvSpPr>
        <p:spPr>
          <a:xfrm>
            <a:off x="2910590" y="1563675"/>
            <a:ext cx="6110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This dashboard successfully analyzes the Superstore Sales dataset using Microsoft Power BI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1D27FE5F-61B4-CD3E-68D6-7A61110D89C7}"/>
              </a:ext>
            </a:extLst>
          </p:cNvPr>
          <p:cNvSpPr/>
          <p:nvPr/>
        </p:nvSpPr>
        <p:spPr>
          <a:xfrm>
            <a:off x="1561474" y="3005160"/>
            <a:ext cx="8799229" cy="132556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91F4D0-7931-E428-5C7F-990A6BA8E2DB}"/>
              </a:ext>
            </a:extLst>
          </p:cNvPr>
          <p:cNvSpPr txBox="1"/>
          <p:nvPr/>
        </p:nvSpPr>
        <p:spPr>
          <a:xfrm>
            <a:off x="1883761" y="3067776"/>
            <a:ext cx="84244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interactive dashboard provides clear insights into sales, profit, quantity, and order performance across different regions and categories  </a:t>
            </a: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A22E2A67-8E18-A594-40CF-FBC9C15A0CE0}"/>
              </a:ext>
            </a:extLst>
          </p:cNvPr>
          <p:cNvSpPr/>
          <p:nvPr/>
        </p:nvSpPr>
        <p:spPr>
          <a:xfrm>
            <a:off x="1276662" y="4390954"/>
            <a:ext cx="9368852" cy="1590121"/>
          </a:xfrm>
          <a:prstGeom prst="round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FF96F-7B51-D19D-3DFD-3ED5D89ED5CD}"/>
              </a:ext>
            </a:extLst>
          </p:cNvPr>
          <p:cNvSpPr txBox="1"/>
          <p:nvPr/>
        </p:nvSpPr>
        <p:spPr>
          <a:xfrm>
            <a:off x="1581460" y="4567337"/>
            <a:ext cx="8759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Overall, the project demonstrates how data visualization can support better business decisions through clear and interactive reporting 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1D71D7E-AB14-C190-2E9A-D817503C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220" y="6366866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AnalystLab Africa Internship - week4</a:t>
            </a:r>
          </a:p>
        </p:txBody>
      </p:sp>
    </p:spTree>
    <p:extLst>
      <p:ext uri="{BB962C8B-B14F-4D97-AF65-F5344CB8AC3E}">
        <p14:creationId xmlns:p14="http://schemas.microsoft.com/office/powerpoint/2010/main" val="110242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411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Segoe UI</vt:lpstr>
      <vt:lpstr>Segoe UI Semibold</vt:lpstr>
      <vt:lpstr>Office Theme</vt:lpstr>
      <vt:lpstr>Superstore Sales Performance Dashboard</vt:lpstr>
      <vt:lpstr>Dataset Overview</vt:lpstr>
      <vt:lpstr>Business Problem </vt:lpstr>
      <vt:lpstr>Key Performance Indicators (KPIs)</vt:lpstr>
      <vt:lpstr>Dashboard Overview</vt:lpstr>
      <vt:lpstr>Key Insights </vt:lpstr>
      <vt:lpstr>Recommendations</vt:lpstr>
      <vt:lpstr>Challenges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HomePC</dc:creator>
  <cp:lastModifiedBy>HomePC</cp:lastModifiedBy>
  <cp:revision>21</cp:revision>
  <dcterms:created xsi:type="dcterms:W3CDTF">2026-07-30T10:07:36Z</dcterms:created>
  <dcterms:modified xsi:type="dcterms:W3CDTF">2026-07-31T11:06:38Z</dcterms:modified>
</cp:coreProperties>
</file>